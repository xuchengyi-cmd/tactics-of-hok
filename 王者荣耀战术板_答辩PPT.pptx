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20000" y="720000"/>
            <a:ext cx="1440000" cy="14400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40000" y="1980000"/>
            <a:ext cx="900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0000" y="2088000"/>
            <a:ext cx="86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a:eaTypeface="微软雅黑">
                <a:solidFill>
                  <a:srgbClr val="1A3C6E"/>
                </a:solidFill>
                <a:latin typeface="微软雅黑"/>
              </a:rPr>
              <a:t>王者荣耀战术板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288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Typeface="微软雅黑">
                <a:solidFill>
                  <a:srgbClr val="666666"/>
                </a:solidFill>
                <a:latin typeface="微软雅黑"/>
              </a:rPr>
              <a:t>基于HTML5 Canvas的MOBA战术可视化系统设计与实现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0000"/>
            <a:ext cx="12192000" cy="54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0000" y="6336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Typeface="微软雅黑">
                <a:solidFill>
                  <a:srgbClr val="FFFFFF"/>
                </a:solidFill>
                <a:latin typeface="微软雅黑"/>
              </a:rPr>
              <a:t>答辩人：XXX    指导教师：XXX  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0000" y="180000"/>
            <a:ext cx="101600" cy="648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432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a:eaTypeface="微软雅黑">
                <a:solidFill>
                  <a:srgbClr val="1A3C6E"/>
                </a:solidFill>
                <a:latin typeface="微软雅黑"/>
              </a:rP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61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Typeface="Arial">
                <a:solidFill>
                  <a:srgbClr val="666666"/>
                </a:solidFill>
                <a:latin typeface="Arial"/>
              </a:rPr>
              <a:t>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1080000" y="1980000"/>
            <a:ext cx="720000" cy="72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a:eaTypeface="Arial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7999" y="1944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a:eaTypeface="微软雅黑">
                <a:solidFill>
                  <a:srgbClr val="1A3C6E"/>
                </a:solidFill>
                <a:latin typeface="微软雅黑"/>
              </a:rPr>
              <a:t>项目背景与意义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7999" y="241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Typeface="微软雅黑">
                <a:solidFill>
                  <a:srgbClr val="666666"/>
                </a:solidFill>
                <a:latin typeface="微软雅黑"/>
              </a:rPr>
              <a:t>MOBA电竞产业背景 · 王者荣耀影响力 · 战术分析痛点与需求</a:t>
            </a:r>
          </a:p>
        </p:txBody>
      </p:sp>
      <p:sp>
        <p:nvSpPr>
          <p:cNvPr id="9" name="Oval 8"/>
          <p:cNvSpPr/>
          <p:nvPr/>
        </p:nvSpPr>
        <p:spPr>
          <a:xfrm>
            <a:off x="6480000" y="1980000"/>
            <a:ext cx="720000" cy="72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a:eaTypeface="Arial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7999" y="1944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a:eaTypeface="微软雅黑">
                <a:solidFill>
                  <a:srgbClr val="1A3C6E"/>
                </a:solidFill>
                <a:latin typeface="微软雅黑"/>
              </a:rPr>
              <a:t>系统架构设计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7999" y="241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Typeface="微软雅黑">
                <a:solidFill>
                  <a:srgbClr val="666666"/>
                </a:solidFill>
                <a:latin typeface="微软雅黑"/>
              </a:rPr>
              <a:t>DOM+Canvas混合架构 · 五层渲染模型 · 十模块划分 · 数据模型</a:t>
            </a:r>
          </a:p>
        </p:txBody>
      </p:sp>
      <p:sp>
        <p:nvSpPr>
          <p:cNvPr id="12" name="Oval 11"/>
          <p:cNvSpPr/>
          <p:nvPr/>
        </p:nvSpPr>
        <p:spPr>
          <a:xfrm>
            <a:off x="1080000" y="4140000"/>
            <a:ext cx="720000" cy="7200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a:eaTypeface="Arial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7999" y="4104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a:eaTypeface="微软雅黑">
                <a:solidFill>
                  <a:srgbClr val="1A3C6E"/>
                </a:solidFill>
                <a:latin typeface="微软雅黑"/>
              </a:rPr>
              <a:t>关键技术实现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7999" y="457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Typeface="微软雅黑">
                <a:solidFill>
                  <a:srgbClr val="666666"/>
                </a:solidFill>
                <a:latin typeface="微软雅黑"/>
              </a:rPr>
              <a:t>坐标校准系统 · 野区追踪与草丛视野 · 渲染优化 · 技能范围模拟</a:t>
            </a:r>
          </a:p>
        </p:txBody>
      </p:sp>
      <p:sp>
        <p:nvSpPr>
          <p:cNvPr id="15" name="Oval 14"/>
          <p:cNvSpPr/>
          <p:nvPr/>
        </p:nvSpPr>
        <p:spPr>
          <a:xfrm>
            <a:off x="6480000" y="4140000"/>
            <a:ext cx="720000" cy="7200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a:eaTypeface="Arial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7999" y="4104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a:eaTypeface="微软雅黑">
                <a:solidFill>
                  <a:srgbClr val="1A3C6E"/>
                </a:solidFill>
                <a:latin typeface="微软雅黑"/>
              </a:rPr>
              <a:t>系统展示与总结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7999" y="457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Typeface="微软雅黑">
                <a:solidFill>
                  <a:srgbClr val="666666"/>
                </a:solidFill>
                <a:latin typeface="微软雅黑"/>
              </a:rPr>
              <a:t>功能界面展示 · 项目成果总结 · 未来改进方向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000" y="540000"/>
            <a:ext cx="12700" cy="576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60000" y="3240000"/>
            <a:ext cx="12700" cy="28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40000" y="3240000"/>
            <a:ext cx="12700" cy="28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0" y="1260000"/>
            <a:ext cx="46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a:eaTypeface="Arial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3780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a:eaTypeface="微软雅黑">
                <a:solidFill>
                  <a:srgbClr val="FFFFFF"/>
                </a:solidFill>
                <a:latin typeface="微软雅黑"/>
              </a:rPr>
              <a:t>项目背景与意义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4500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a:eaTypeface="Arial">
                <a:solidFill>
                  <a:srgbClr val="A0BBD8"/>
                </a:solidFill>
                <a:latin typeface="Arial"/>
              </a:rPr>
              <a:t>Project Background &amp; Significance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项目背景与需求分析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MOBA电竞产业背景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全球移动游戏市场规模已达926亿美元，MOBA类游戏占据核心份额。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王者荣耀自2015年上线，日活用户峰值超1亿，KPL职业联赛2024年春季赛全平台观看人次突破3.2亿。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在高水平竞技中，战术规划直接决定比赛走向——野区资源控制、团战站位、技能释放时机等要素需要精确把握。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080000"/>
            <a:ext cx="76200" cy="432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现有痛点与需求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缺乏专业战术可视化工具：战队复盘依赖游戏录像回放和手绘地图，无法精确标注时间节点、资源位置和技能覆盖范围。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解说与教学场景受限：解说员难以向观众传达复杂的战术意图；普通玩家学习曲线陡峭，缺乏直观的战术演示手段。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现有工具局限：市面缺乏一款专注王者荣耀、支持完整战术标注、可保存分享的交互式战术板工具。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项目目标与应用价值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核心目标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设计并实现一款王者荣耀战术板——面向双端（蓝方/红方）玩家的战术可视化工具。</a:t>
            </a:r>
          </a:p>
          <a:p>
            <a:pPr>
              <a:spcAft>
                <a:spcPts val="600"/>
              </a:spcAft>
            </a:pPr>
            <a:r>
              <a:rPr sz="1300" b="1" a:eaTypeface="微软雅黑">
                <a:solidFill>
                  <a:srgbClr val="333333"/>
                </a:solidFill>
                <a:latin typeface="微软雅黑"/>
              </a:rPr>
              <a:t>具体功能目标：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① 以高精度峡谷地图为底图，精确标注30+游戏元素的坐标位置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② 支持英雄拖拽放置、野怪资源追踪、草丛视野模拟等核心战术操作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③ 实现完整的游戏时间系统，涵盖从开局到20分钟风暴龙王的全时间线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④ 提供技能范围绘制、路径规划、压制连线等战术标注功能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⑤ 支持战术数据保存、导入导出，便于复盘分析和复用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应用价值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竞技训练：赛前战术布置和赛后复盘分析，通过可视化方式讨论BP策略、入侵路线、团战站位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解说传播：通过战术板实时标注关键节点，提升观众的观赛体验和理解深度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玩家学习：降低'看比赛学战术'的门槛，帮助普通玩家理解和分析高端对局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技术参考：纯前端架构实现复杂Canvas交互，为同类Web图形应用提供工程参考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000" y="540000"/>
            <a:ext cx="12700" cy="576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60000" y="3240000"/>
            <a:ext cx="12700" cy="28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40000" y="3240000"/>
            <a:ext cx="12700" cy="28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0" y="1260000"/>
            <a:ext cx="46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a:eaTypeface="Arial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3780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a:eaTypeface="微软雅黑">
                <a:solidFill>
                  <a:srgbClr val="FFFFFF"/>
                </a:solidFill>
                <a:latin typeface="微软雅黑"/>
              </a:rPr>
              <a:t>系统架构设计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4500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a:eaTypeface="Arial">
                <a:solidFill>
                  <a:srgbClr val="A0BBD8"/>
                </a:solidFill>
                <a:latin typeface="Arial"/>
              </a:rPr>
              <a:t>System Architecture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系统整体架构设计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DOM + Canvas 混合架构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UI控制面板（左侧210px）：HTML DOM实现，包含英雄选择、战术工具、文件操作等按钮。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Canvas地图渲染区（中间自适应）：HTML5 Canvas 2D API实现，60fps渲染循环。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信息面板（右侧230px）：实时显示游戏时间、龙怪状态、防御塔、野怪刷新倒计时等。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时间轴（底部64px）：播放/暂停/快进控制，支持实时计时与手动调节双模式。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五层Canvas渲染模型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Layer 1 地图图层：峡谷底图，使用离屏Canvas缓存技术</a:t>
            </a:r>
            <a:r>
              <a:rPr sz="1300" b="0" a:eaTypeface="微软雅黑">
                <a:solidFill>
                  <a:srgbClr val="E86A17"/>
                </a:solidFill>
                <a:latin typeface="微软雅黑"/>
              </a:rPr>
              <a:t> ⭐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Layer 2 地图标注层：防御塔、野怪、龙坑、草丛、兵线路径等静态/半静态元素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Layer 3 英雄标记层：已放置的英雄头像及阵营标签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Layer 4 交互层：拖拽中的元素、技能范围、战术路径、压制连线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Layer 5 特效层：高亮闪烁、倒计时动画等动态效果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数据模型与状态管理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归一化坐标系统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采用统一的归一化坐标系（0-1000），所有地图元素以{id, x, y, ...}格式存储归一化坐标。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地图底图加载后通过MapEngine中的坐标变换矩阵，将归一化坐标映射到实际像素坐标，实现与图片分辨率的解耦。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30+地图元素精确标注：18座防御塔、14个野怪刷新点、3个龙坑、34片草丛、6个血包点、风暴龙王等。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交互式坐标校准工具（45个校准点，6组），支持拖拽微调、分组显示、JSON导入导出。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GameState 统一状态管理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a:eaTypeface="微软雅黑">
                <a:solidFill>
                  <a:srgbClr val="333333"/>
                </a:solidFill>
                <a:latin typeface="微软雅黑"/>
              </a:rPr>
              <a:t>全局游戏状态对象，管理所有运行时数据：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• time：当前游戏时间（秒）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• killedCamps / killedDragons：以{time, team}格式追踪野怪和龙怪的击杀时间与阵营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• destroyedTowers：记录已摧毁的防御塔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• bushControl：记录草丛的阵营占领状态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• suppressionLinks：记录英雄间的压制连线关系</a:t>
            </a:r>
          </a:p>
          <a:p>
            <a:pPr>
              <a:spcAft>
                <a:spcPts val="600"/>
              </a:spcAft>
            </a:pPr>
            <a:r>
              <a:rPr sz="1300" b="1" a:eaTypeface="微软雅黑">
                <a:solidFill>
                  <a:srgbClr val="333333"/>
                </a:solidFill>
                <a:latin typeface="微软雅黑"/>
              </a:rPr>
              <a:t>JSON序列化：完整GameState可序列化为JSON，支持localStorage持久化和文件导入导出。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000" y="540000"/>
            <a:ext cx="12700" cy="576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60000" y="3240000"/>
            <a:ext cx="12700" cy="28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40000" y="3240000"/>
            <a:ext cx="12700" cy="28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0" y="1260000"/>
            <a:ext cx="46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a:eaTypeface="Arial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3780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a:eaTypeface="微软雅黑">
                <a:solidFill>
                  <a:srgbClr val="FFFFFF"/>
                </a:solidFill>
                <a:latin typeface="微软雅黑"/>
              </a:rPr>
              <a:t>关键技术实现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4500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a:eaTypeface="Arial">
                <a:solidFill>
                  <a:srgbClr val="A0BBD8"/>
                </a:solidFill>
                <a:latin typeface="Arial"/>
              </a:rPr>
              <a:t>Key Technology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关键技术①：交互式坐标校准系统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问题与方案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挑战：峡谷地图图片的尺寸和比例与游戏实际坐标系统不同，初始硬编码坐标存在较大偏差。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方案：构建交互式坐标校准工具（calibrate.js），通过可视化拖拽实现精确坐标标注。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技术实现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校准元素：45个可拖拽标记点，覆盖18座塔、16个野怪、3个龙坑、12个特殊位置、14片草丛，分6组管理。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交互设计：拖拽标记到地图对应位置；右键删除标记；分组显示/隐藏；支持JSON导入导出校准数据。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精度保障：通过多次迭代校准，所有地图元素坐标精度已达像素级。校准数据直接写入gameData.js使用。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关键代码：MapEngine.pixelToNorm() / normToPixel() 坐标变换函数实现双向映射。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关键技术②：野区追踪与草丛视野系统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野区资源追踪机制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击杀计时：左键点击野怪→记录击杀时间+当前选中阵营→进入'已击杀'状态→显示阵营颜色标记。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刷新倒计时：遵循游戏规则——BUFF 90秒、小野怪70秒、先知主宰/暴君4分钟、风暴龙王3分钟。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状态可视化：已击杀野怪以对应阵营颜色（蓝/红）渲染；重置时显示倒计时数字提示。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信息面板：右侧面板实时列出所有野怪的击杀时间、刷新状态和阵营归属。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草丛视野系统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阵营占领：草丛可切换为蓝方/红方/中立三种占领状态，占领后以对应颜色渲染。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英雄隐身：英雄标记位于草丛区域时自动检测，显示隐身标识（绿色高亮光圈+眼睛图标）。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互相暴露：同一草丛内同时存在红蓝双方英雄时，双方均失去隐身效果，模拟'草里照面'。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碰撞检测：矩形包围盒碰撞检测（isInBush函数），每帧渲染循环中实时判断英雄是否在草丛内。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关键技术③：渲染优化与技能范围模拟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离屏Canvas缓存优化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性能瓶颈：峡谷地图底图为22MB高分辨率PNG，每帧直接drawImage会导致严重性能瓶颈。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离屏渲染：将地图底图及静态元素（野怪、草丛、龙坑等）预渲染到离屏Canvas（offscreen canvas）。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增量更新：仅在缩放、平移或游戏状态变化（塔被摧毁、野怪被击杀）时重新渲染缓存。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动态层：英雄标记、技能范围、路径等动态元素每帧直接绘制到主Canvas上。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脏检测：通过对比缓存哈希值（缩放比+偏移坐标），判断是否需要刷新缓存，大幅减少不必要重绘。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四种技能范围模拟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圆形AOE：模拟王昭君、甄姬等英雄的大招范围，支持'跟随英雄'模式（光圈随英雄同步移动）。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直线矩形：模拟安琪拉、姜子牙等远程消耗技能，宽度可在3-200单位范围内调节。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扇形：模拟貂蝉、花木兰等锥形范围技能。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矩形障碍：模拟女娲矩阵、盾山盾牌等阻挡型技能。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交互：所有技能形状支持拖拽移动、右键删除、双击编辑参数；使用半透明填充+高亮边框渲染。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000" y="540000"/>
            <a:ext cx="12700" cy="576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60000" y="3240000"/>
            <a:ext cx="12700" cy="28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40000" y="3240000"/>
            <a:ext cx="12700" cy="28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0" y="1260000"/>
            <a:ext cx="46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a:eaTypeface="Arial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3780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a:eaTypeface="微软雅黑">
                <a:solidFill>
                  <a:srgbClr val="FFFFFF"/>
                </a:solidFill>
                <a:latin typeface="微软雅黑"/>
              </a:rPr>
              <a:t>系统展示与总结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4500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a:eaTypeface="Arial">
                <a:solidFill>
                  <a:srgbClr val="A0BBD8"/>
                </a:solidFill>
                <a:latin typeface="Arial"/>
              </a:rPr>
              <a:t>System Showcase &amp; Summary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系统功能展示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61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界面布局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626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a:eaTypeface="微软雅黑">
                <a:solidFill>
                  <a:srgbClr val="333333"/>
                </a:solidFill>
                <a:latin typeface="微软雅黑"/>
              </a:rPr>
              <a:t>三栏式布局设计，功能分区明确：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📌 左侧面板（210px）：英雄选择区——支持按分路筛选（对抗路/打野/中路/发育路/辅助），已放置英雄列表，战术工具按钮组。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🗺️ 中央地图区（自适应）：Canvas交互画布，支持滚轮缩放、左键拖拽平移，所有战术标注操作的承载区域。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📊 右侧面板（230px）：游戏计时器、主宰/暴君状态、防御塔状态、野怪刷新、特殊点位信息、图例说明。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⏱️ 底部时间轴（64px）：播放/暂停/后退/快进/归零控制，实时/手动双模式切换，0.5x-4x倍速调节。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8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96000" y="1080000"/>
            <a:ext cx="367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功能清单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000" y="1656000"/>
            <a:ext cx="374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130位英雄拖拽放置与阵营管理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野怪/龙怪击杀计时与刷新倒计时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草丛视野与阵营占领系统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防御塔摧毁状态切换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4种技能范围形状模拟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战术路径自由绘制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英雄间压制连线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完整游戏时间线（00:00-20:00）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战术数据JSON保存/加载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交互式坐标校准工具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键盘快捷键（Shift+点击连线等）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✅ 密集元素智能选择（600ms时间窗）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Typeface="微软雅黑">
                <a:solidFill>
                  <a:srgbClr val="FFFFFF"/>
                </a:solidFill>
                <a:latin typeface="微软雅黑"/>
              </a:rPr>
              <a:t>项目总结与未来展望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8000"/>
            <a:ext cx="12192000" cy="50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项目成果总结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设计并实现了一款功能完备的王者荣耀战术可视化系统，采用纯前端Web架构（HTML5 Canvas + CSS + JavaScript），无需任何后端服务即可独立运行。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 a:eaTypeface="微软雅黑">
                <a:solidFill>
                  <a:srgbClr val="333333"/>
                </a:solidFill>
                <a:latin typeface="微软雅黑"/>
              </a:rPr>
              <a:t>核心成果包括：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1. 高精度峡谷地图标注：30+游戏元素的精确坐标定位，像素级精度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2. 多维战术可视化：英雄布局、野区追踪、草丛视野、技能范围、路径规划、压制连线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3. 完整时间系统：覆盖开局到20分钟风暴龙王，支持实时/手动双模式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4. 高性能渲染：离屏Canvas缓存 + 脏检测机制，确保22MB底图上的流畅交互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5. 工程化设计：10模块解耦 + GameState统一状态 + JSON持久化 + 坐标校准工具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080000"/>
            <a:ext cx="76200" cy="4320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1080000"/>
            <a:ext cx="49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Typeface="微软雅黑">
                <a:solidFill>
                  <a:srgbClr val="1A3C6E"/>
                </a:solidFill>
                <a:latin typeface="微软雅黑"/>
              </a:rPr>
              <a:t>未来改进方向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56000"/>
            <a:ext cx="500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1. 多人协同：引入WebSocket实现远程实时协作战术板，支持多端同步编辑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2. 游戏API对接：接入游戏官方API自动获取实时对局数据，实现自动战术回放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3. 战术模板库：建立经典战术模板库（4保1、131分带、入侵反野等），支持一键加载与自定义组合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4. 视觉升级：使用游戏官方英雄头像资源替换文字标识，提升视觉表现力</a:t>
            </a:r>
          </a:p>
          <a:p>
            <a:pPr>
              <a:spcAft>
                <a:spcPts val="600"/>
              </a:spcAft>
            </a:pPr>
            <a:r>
              <a:rPr sz="1300" b="0" a:eaTypeface="微软雅黑">
                <a:solidFill>
                  <a:srgbClr val="333333"/>
                </a:solidFill>
                <a:latin typeface="微软雅黑"/>
              </a:rPr>
              <a:t>5. 更多技能形状：支持环形（嬴政）、曲线形等更复杂的技能范围类型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40000" y="360000"/>
            <a:ext cx="1080000" cy="10800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60000" y="5400000"/>
            <a:ext cx="720000" cy="72000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0000" y="1980000"/>
            <a:ext cx="68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a:eaTypeface="微软雅黑">
                <a:solidFill>
                  <a:srgbClr val="FFFFFF"/>
                </a:solidFill>
                <a:latin typeface="微软雅黑"/>
              </a:rPr>
              <a:t>谢谢观看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0" y="3420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a:eaTypeface="Arial">
                <a:solidFill>
                  <a:srgbClr val="A0BBD8"/>
                </a:solidFill>
                <a:latin typeface="Arial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0000" y="4140000"/>
            <a:ext cx="1800000" cy="254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0" y="468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a:eaTypeface="微软雅黑">
                <a:solidFill>
                  <a:srgbClr val="A0BBD8"/>
                </a:solidFill>
                <a:latin typeface="微软雅黑"/>
              </a:rPr>
              <a:t>王者荣耀战术板 — 基于HTML5 Canvas的MOBA战术可视化系统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6120000"/>
            <a:ext cx="68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a:eaTypeface="微软雅黑">
                <a:solidFill>
                  <a:srgbClr val="7A9BB8"/>
                </a:solidFill>
                <a:latin typeface="微软雅黑"/>
              </a:rPr>
              <a:t>答辩人：XXX    指导教师：XXX  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